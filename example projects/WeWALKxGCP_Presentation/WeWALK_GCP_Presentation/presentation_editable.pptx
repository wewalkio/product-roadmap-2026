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ewalk_logo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57200"/>
            <a:ext cx="2689412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86600" y="411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F6368"/>
                </a:solidFill>
              </a:defRPr>
            </a:pPr>
            <a:r>
              <a:t>×</a:t>
            </a:r>
          </a:p>
        </p:txBody>
      </p:sp>
      <p:pic>
        <p:nvPicPr>
          <p:cNvPr id="4" name="Picture 3" descr="google_clou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65760"/>
            <a:ext cx="3765176" cy="640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164592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navig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920240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1920240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1400">
                <a:solidFill>
                  <a:srgbClr val="1A73E8"/>
                </a:solidFill>
                <a:latin typeface="Arial"/>
              </a:defRPr>
            </a:pPr>
            <a:r>
              <a:t>Multimodal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t>Tailored for Visually Impaired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97480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t>• Step-by-step guidance using Google Maps &amp; Places APIs.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t>• Hands-free operation: Smart cane interaction keeps phone in pocket.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t>• Planned: Enhanced safety with sidewalk, crosswalk, and obstacle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4592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_assista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920240"/>
            <a:ext cx="365760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1920240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1400">
                <a:solidFill>
                  <a:srgbClr val="1A73E8"/>
                </a:solidFill>
                <a:latin typeface="Arial"/>
              </a:defRPr>
            </a:pPr>
            <a:r>
              <a:t>Smart Voice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4688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t>Transitioning to Vertex AI Agent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697480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t>• Currently utilizing DialogFlow for voice interactions.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t>• Moving to Gemini 2.5 Flash &amp; Pro for next-gen conversational reasoning.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t>• Future: On-device models for offline voice experience on iOS/Android.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164592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_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1920240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07040" y="1920240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1400">
                <a:solidFill>
                  <a:srgbClr val="1A73E8"/>
                </a:solidFill>
                <a:latin typeface="Arial"/>
              </a:defRPr>
            </a:pPr>
            <a:r>
              <a:t>Situational Awareness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4688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t>Advanced Computer 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2697480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t>• Object finding, door detection, and room layout understanding.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t>• Powered by Gemma and other vision models.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t>• Solves the "last-mile" navigation problem.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93776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_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5212080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0" y="5212080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1400">
                <a:solidFill>
                  <a:srgbClr val="1A73E8"/>
                </a:solidFill>
                <a:latin typeface="Arial"/>
              </a:defRPr>
            </a:pPr>
            <a:r>
              <a:t>Voice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7607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t>Natural Speech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989320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t>• High-quality text-to-speech via Google TTS.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t>• Seamless online &amp; offline operation.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493776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_analytic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5212080"/>
            <a:ext cx="365760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17920" y="5212080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1400">
                <a:solidFill>
                  <a:srgbClr val="1A73E8"/>
                </a:solidFill>
                <a:latin typeface="Arial"/>
              </a:defRPr>
            </a:pPr>
            <a:r>
              <a:t>Mobility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7607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t>Under 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989320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t>• Actively developing metrics for cane angle, swipes, and obstacle interactions.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t>• Exploring Google Cloud services for advanced data processing.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493776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_cloudru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9840" y="5212080"/>
            <a:ext cx="365760" cy="3657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607040" y="5212080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b="1" sz="1400">
                <a:solidFill>
                  <a:srgbClr val="1A73E8"/>
                </a:solidFill>
                <a:latin typeface="Arial"/>
              </a:defRPr>
            </a:pPr>
            <a:r>
              <a:t>Backend &amp; Operations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9840" y="5852159"/>
            <a:ext cx="73152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1A73E8"/>
                </a:solidFill>
                <a:latin typeface="Arial"/>
              </a:defRPr>
            </a:pPr>
            <a:r>
              <a:t>Cloud Run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2524773840" y="5852159"/>
            <a:ext cx="73152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1A73E8"/>
                </a:solidFill>
                <a:latin typeface="Arial"/>
              </a:defRPr>
            </a:pPr>
            <a:r>
              <a:t>Cloud SQL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05039397840" y="5852159"/>
            <a:ext cx="73152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1A73E8"/>
                </a:solidFill>
                <a:latin typeface="Arial"/>
              </a:defRPr>
            </a:pPr>
            <a:r>
              <a:t>Firestore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57554021840" y="5852159"/>
            <a:ext cx="109728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1A73E8"/>
                </a:solidFill>
                <a:latin typeface="Arial"/>
              </a:defRPr>
            </a:pPr>
            <a:r>
              <a:t>Artifact Registry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9840" y="6126480"/>
            <a:ext cx="3474720" cy="548640"/>
          </a:xfrm>
          <a:prstGeom prst="roundRect">
            <a:avLst>
              <a:gd name="adj" fmla="val 20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0" y="6126480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1">
                <a:solidFill>
                  <a:srgbClr val="34A853"/>
                </a:solidFill>
                <a:latin typeface="Arial"/>
              </a:defRPr>
            </a:pPr>
            <a:r>
              <a:t>Recently migrated from AWS to Google Cloud, leveraging GCP credits for scale and innovation.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