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WeWALK × Google Cloud Integration</a:t>
            </a:r>
          </a:p>
        </p:txBody>
      </p:sp>
      <p:pic>
        <p:nvPicPr>
          <p:cNvPr id="3" name="Picture 2" descr="wewalk_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371600" cy="1371600"/>
          </a:xfrm>
          <a:prstGeom prst="rect">
            <a:avLst/>
          </a:prstGeom>
        </p:spPr>
      </p:pic>
      <p:pic>
        <p:nvPicPr>
          <p:cNvPr id="4" name="Picture 3" descr="Google_Maps-Logo.win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914400"/>
            <a:ext cx="1371600" cy="914400"/>
          </a:xfrm>
          <a:prstGeom prst="rect">
            <a:avLst/>
          </a:prstGeom>
        </p:spPr>
      </p:pic>
      <p:pic>
        <p:nvPicPr>
          <p:cNvPr id="5" name="Picture 4" descr="CloudRu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0" y="914400"/>
            <a:ext cx="1097280" cy="1097280"/>
          </a:xfrm>
          <a:prstGeom prst="rect">
            <a:avLst/>
          </a:prstGeom>
        </p:spPr>
      </p:pic>
      <p:pic>
        <p:nvPicPr>
          <p:cNvPr id="6" name="Picture 5" descr="VertexA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91440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Services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Multimodal Navigation for Visually Impaired</a:t>
            </a:r>
          </a:p>
          <a:p>
            <a:r>
              <a:t>- Smart Cane Voice Assistant (Vertex AI, Gemini 2.5)</a:t>
            </a:r>
          </a:p>
          <a:p>
            <a:r>
              <a:t>- Situational Awareness CV</a:t>
            </a:r>
          </a:p>
          <a:p>
            <a:r>
              <a:t>- Mobility Analytics</a:t>
            </a:r>
          </a:p>
          <a:p>
            <a:r>
              <a:t>- Cloud Run, Cloud SQL, Firestore Backend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