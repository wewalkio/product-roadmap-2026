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WeWALK × Google Cloud — Integrated Services Overview</a:t>
            </a:r>
          </a:p>
        </p:txBody>
      </p:sp>
      <p:pic>
        <p:nvPicPr>
          <p:cNvPr id="3" name="Picture 2" descr="wewalk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914400" cy="914400"/>
          </a:xfrm>
          <a:prstGeom prst="rect">
            <a:avLst/>
          </a:prstGeom>
        </p:spPr>
      </p:pic>
      <p:pic>
        <p:nvPicPr>
          <p:cNvPr id="4" name="Picture 3" descr="Google_Maps-Logo.win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914400"/>
            <a:ext cx="914400" cy="609600"/>
          </a:xfrm>
          <a:prstGeom prst="rect">
            <a:avLst/>
          </a:prstGeom>
        </p:spPr>
      </p:pic>
      <p:pic>
        <p:nvPicPr>
          <p:cNvPr id="5" name="Picture 4" descr="vert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0" y="914400"/>
            <a:ext cx="914400" cy="914400"/>
          </a:xfrm>
          <a:prstGeom prst="rect">
            <a:avLst/>
          </a:prstGeom>
        </p:spPr>
      </p:pic>
      <p:pic>
        <p:nvPicPr>
          <p:cNvPr id="6" name="Picture 5" descr="cloudru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59" y="914400"/>
            <a:ext cx="914400" cy="914400"/>
          </a:xfrm>
          <a:prstGeom prst="rect">
            <a:avLst/>
          </a:prstGeom>
        </p:spPr>
      </p:pic>
      <p:pic>
        <p:nvPicPr>
          <p:cNvPr id="7" name="Picture 6" descr="cloudsq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914400"/>
            <a:ext cx="914400" cy="914400"/>
          </a:xfrm>
          <a:prstGeom prst="rect">
            <a:avLst/>
          </a:prstGeom>
        </p:spPr>
      </p:pic>
      <p:pic>
        <p:nvPicPr>
          <p:cNvPr id="8" name="Picture 7" descr="age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914400"/>
            <a:ext cx="914400" cy="914400"/>
          </a:xfrm>
          <a:prstGeom prst="rect">
            <a:avLst/>
          </a:prstGeom>
        </p:spPr>
      </p:pic>
      <p:pic>
        <p:nvPicPr>
          <p:cNvPr id="9" name="Picture 8" descr="mapsge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7999" y="914400"/>
            <a:ext cx="914400" cy="914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74320" y="210312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/>
            <a:r>
              <a:t>Multimodal Navigation: Google Maps API, Google Places API, Maps Geospatial Services</a:t>
            </a:r>
          </a:p>
          <a:p>
            <a:pPr/>
            <a:r>
              <a:t>Smart Cane Voice Assistant (Current &amp; Beta): Vertex AI Agent Engine, Gemini 2.5 Flash/Pro, Google Agent Dev Kit</a:t>
            </a:r>
          </a:p>
          <a:p>
            <a:pPr/>
            <a:r>
              <a:t>Voice Generation: Google Cloud Text-to-Speech</a:t>
            </a:r>
          </a:p>
          <a:p>
            <a:pPr/>
            <a:r>
              <a:t>Situational Awareness CV: Gemini Vision Models, Gemma Models</a:t>
            </a:r>
          </a:p>
          <a:p>
            <a:pPr/>
            <a:r>
              <a:t>Mobility Analytics: Cloud Run (processing), Cloud SQL (storage), Firestore</a:t>
            </a:r>
          </a:p>
          <a:p>
            <a:pPr/>
            <a:r>
              <a:t>Backend &amp; Operations: Cloud Run, Cloud SQL, Firestore, Cloud Logging &amp; Monitoring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09728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Smart Cane &amp; Mobile App</a:t>
            </a:r>
          </a:p>
          <a:p>
            <a:r>
              <a:t>• Voice Assistant</a:t>
            </a:r>
          </a:p>
          <a:p>
            <a:r>
              <a:t>• Navigation</a:t>
            </a:r>
          </a:p>
          <a:p>
            <a:r>
              <a:t>• On-device CV</a:t>
            </a:r>
          </a:p>
        </p:txBody>
      </p:sp>
      <p:pic>
        <p:nvPicPr>
          <p:cNvPr id="4" name="Picture 3" descr="wewalk_log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43200"/>
            <a:ext cx="1371600" cy="1371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383280" y="22860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Google Cloud Services</a:t>
            </a:r>
          </a:p>
          <a:p>
            <a:r>
              <a:t>Multimodal Navigation: Google Maps API, Google Places API, Maps Geospatial Services</a:t>
            </a:r>
          </a:p>
          <a:p>
            <a:r>
              <a:t>Smart Cane Voice Assistant (Current &amp; Beta): Vertex AI Agent Engine, Gemini 2.5 Flash/Pro, Google Agent Dev Kit</a:t>
            </a:r>
          </a:p>
          <a:p>
            <a:r>
              <a:t>Voice Generation: Google Cloud Text-to-Speech</a:t>
            </a:r>
          </a:p>
          <a:p>
            <a:r>
              <a:t>Situational Awareness CV: Gemini Vision Models, Gemma Models</a:t>
            </a:r>
          </a:p>
          <a:p>
            <a:r>
              <a:t>Mobility Analytics: Cloud Run (processing), Cloud SQL (storage), Firestore</a:t>
            </a:r>
          </a:p>
          <a:p>
            <a:r>
              <a:t>Backend &amp; Operations: Cloud Run, Cloud SQL, Firestore, Cloud Logging &amp; Monitoring</a:t>
            </a:r>
          </a:p>
        </p:txBody>
      </p:sp>
      <p:pic>
        <p:nvPicPr>
          <p:cNvPr id="7" name="Picture 6" descr="vert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2560320"/>
            <a:ext cx="914400" cy="914400"/>
          </a:xfrm>
          <a:prstGeom prst="rect">
            <a:avLst/>
          </a:prstGeom>
        </p:spPr>
      </p:pic>
      <p:pic>
        <p:nvPicPr>
          <p:cNvPr id="8" name="Picture 7" descr="agen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560320"/>
            <a:ext cx="914400" cy="914400"/>
          </a:xfrm>
          <a:prstGeom prst="rect">
            <a:avLst/>
          </a:prstGeom>
        </p:spPr>
      </p:pic>
      <p:pic>
        <p:nvPicPr>
          <p:cNvPr id="9" name="Picture 8" descr="mapsge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2560320"/>
            <a:ext cx="914400" cy="914400"/>
          </a:xfrm>
          <a:prstGeom prst="rect">
            <a:avLst/>
          </a:prstGeom>
        </p:spPr>
      </p:pic>
      <p:pic>
        <p:nvPicPr>
          <p:cNvPr id="10" name="Picture 9" descr="cloudru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749039"/>
            <a:ext cx="914400" cy="914400"/>
          </a:xfrm>
          <a:prstGeom prst="rect">
            <a:avLst/>
          </a:prstGeom>
        </p:spPr>
      </p:pic>
      <p:pic>
        <p:nvPicPr>
          <p:cNvPr id="11" name="Picture 10" descr="cloudsq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3749039"/>
            <a:ext cx="914400" cy="914400"/>
          </a:xfrm>
          <a:prstGeom prst="rect">
            <a:avLst/>
          </a:prstGeom>
        </p:spPr>
      </p:pic>
      <p:pic>
        <p:nvPicPr>
          <p:cNvPr id="12" name="Picture 11" descr="serverles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3749039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