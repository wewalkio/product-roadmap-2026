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WeWALK × Google Cloud — Product &amp; AI Integration Overview</a:t>
            </a:r>
          </a:p>
        </p:txBody>
      </p:sp>
      <p:pic>
        <p:nvPicPr>
          <p:cNvPr id="3" name="Picture 2" descr="wewalk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914400" cy="914400"/>
          </a:xfrm>
          <a:prstGeom prst="rect">
            <a:avLst/>
          </a:prstGeom>
        </p:spPr>
      </p:pic>
      <p:pic>
        <p:nvPicPr>
          <p:cNvPr id="4" name="Picture 3" descr="Google_Maps-Logo.win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914400" cy="609600"/>
          </a:xfrm>
          <a:prstGeom prst="rect">
            <a:avLst/>
          </a:prstGeom>
        </p:spPr>
      </p:pic>
      <p:pic>
        <p:nvPicPr>
          <p:cNvPr id="5" name="Picture 4" descr="vert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914400"/>
            <a:ext cx="914400" cy="914400"/>
          </a:xfrm>
          <a:prstGeom prst="rect">
            <a:avLst/>
          </a:prstGeom>
        </p:spPr>
      </p:pic>
      <p:pic>
        <p:nvPicPr>
          <p:cNvPr id="6" name="Picture 5" descr="cloudr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59" y="914400"/>
            <a:ext cx="914400" cy="914400"/>
          </a:xfrm>
          <a:prstGeom prst="rect">
            <a:avLst/>
          </a:prstGeom>
        </p:spPr>
      </p:pic>
      <p:pic>
        <p:nvPicPr>
          <p:cNvPr id="7" name="Picture 6" descr="cloud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914400"/>
            <a:ext cx="914400" cy="914400"/>
          </a:xfrm>
          <a:prstGeom prst="rect">
            <a:avLst/>
          </a:prstGeom>
        </p:spPr>
      </p:pic>
      <p:pic>
        <p:nvPicPr>
          <p:cNvPr id="8" name="Picture 7" descr="ag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914400"/>
            <a:ext cx="914400" cy="914400"/>
          </a:xfrm>
          <a:prstGeom prst="rect">
            <a:avLst/>
          </a:prstGeom>
        </p:spPr>
      </p:pic>
      <p:pic>
        <p:nvPicPr>
          <p:cNvPr id="9" name="Picture 8" descr="mapsg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999" y="91440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21031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Step-by-step multimodal navigation optimized for visually impaired users.</a:t>
            </a:r>
          </a:p>
          <a:p>
            <a:r>
              <a:t>• Smart Cane Voice Assistant (Current &amp; Beta) powered by Vertex AI Agent Engine, Gemini 2.5 Flash/Pro, Google ADK.</a:t>
            </a:r>
          </a:p>
          <a:p>
            <a:r>
              <a:t>• Future offline Voice Assistant model embedded into WeWALK iOS &amp; Android apps.</a:t>
            </a:r>
          </a:p>
          <a:p>
            <a:r>
              <a:t>• Situational Awareness CV: object finding, entrance detection, room understanding, clothing recognition.</a:t>
            </a:r>
          </a:p>
          <a:p>
            <a:r>
              <a:t>• Mobility Analytics: cane angle, swipes, obstacle interactions, AIM training data.</a:t>
            </a:r>
          </a:p>
          <a:p>
            <a:r>
              <a:t>• Backend: Cloud Run, Cloud SQL, Firestore, Cloud Logging, Monitoring, Artifact Registry.</a:t>
            </a:r>
          </a:p>
          <a:p>
            <a:r>
              <a:t>• Recently migrated from AWS to Google Cloud using credit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 (Smart Cane + Phone + Google Cloud)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Smart Cane &amp; Mobile App</a:t>
            </a:r>
          </a:p>
          <a:p>
            <a:r>
              <a:t>• Smart Cane Voice Assistant</a:t>
            </a:r>
            <a:br/>
            <a:r>
              <a:t>• On-device Navigation</a:t>
            </a:r>
            <a:br/>
            <a:r>
              <a:t>• Phone Camera for CV</a:t>
            </a:r>
          </a:p>
        </p:txBody>
      </p:sp>
      <p:pic>
        <p:nvPicPr>
          <p:cNvPr id="4" name="Picture 3" descr="wewalk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144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Google Cloud &amp; AI Services</a:t>
            </a:r>
          </a:p>
          <a:p>
            <a:r>
              <a:t>• Vertex AI (Gemini 2.5 Flash/Pro)</a:t>
            </a:r>
          </a:p>
          <a:p>
            <a:r>
              <a:t>• Agent Engine + Google ADK</a:t>
            </a:r>
          </a:p>
          <a:p>
            <a:r>
              <a:t>• Maps &amp; Geospatial APIs</a:t>
            </a:r>
          </a:p>
          <a:p>
            <a:r>
              <a:t>• Cloud Run / Cloud SQL / Firestore</a:t>
            </a:r>
          </a:p>
          <a:p>
            <a:r>
              <a:t>• Logging + Monitoring</a:t>
            </a:r>
          </a:p>
        </p:txBody>
      </p:sp>
      <p:pic>
        <p:nvPicPr>
          <p:cNvPr id="7" name="Picture 6" descr="ver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43200"/>
            <a:ext cx="914400" cy="914400"/>
          </a:xfrm>
          <a:prstGeom prst="rect">
            <a:avLst/>
          </a:prstGeom>
        </p:spPr>
      </p:pic>
      <p:pic>
        <p:nvPicPr>
          <p:cNvPr id="8" name="Picture 7" descr="ag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743200"/>
            <a:ext cx="914400" cy="914400"/>
          </a:xfrm>
          <a:prstGeom prst="rect">
            <a:avLst/>
          </a:prstGeom>
        </p:spPr>
      </p:pic>
      <p:pic>
        <p:nvPicPr>
          <p:cNvPr id="9" name="Picture 8" descr="mapsg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743200"/>
            <a:ext cx="914400" cy="914400"/>
          </a:xfrm>
          <a:prstGeom prst="rect">
            <a:avLst/>
          </a:prstGeom>
        </p:spPr>
      </p:pic>
      <p:pic>
        <p:nvPicPr>
          <p:cNvPr id="10" name="Picture 9" descr="cloudr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40480"/>
            <a:ext cx="914400" cy="914400"/>
          </a:xfrm>
          <a:prstGeom prst="rect">
            <a:avLst/>
          </a:prstGeom>
        </p:spPr>
      </p:pic>
      <p:pic>
        <p:nvPicPr>
          <p:cNvPr id="11" name="Picture 10" descr="cloudsq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8404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