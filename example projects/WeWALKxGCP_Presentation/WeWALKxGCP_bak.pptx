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9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08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20275" y="411480"/>
            <a:ext cx="3898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F6368"/>
                </a:solidFill>
              </a:defRPr>
            </a:pPr>
            <a:r>
              <a:rPr sz="3200"/>
              <a:t>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45288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" name="Picture 5" descr="icon_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2720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1786523"/>
            <a:ext cx="237597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Multimodal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75840"/>
            <a:ext cx="23281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/>
              <a:t>Tailored for Visually Impaired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04440"/>
            <a:ext cx="3474720" cy="166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Step-by-step guidance using </a:t>
            </a:r>
            <a:r>
              <a:rPr sz="1200" b="1" dirty="0"/>
              <a:t>Google Maps &amp; Places APIs.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b="1" dirty="0"/>
              <a:t>Hands-free operation</a:t>
            </a:r>
            <a:r>
              <a:rPr sz="1200" dirty="0"/>
              <a:t>: Smart cane interaction keeps phone in pocket.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tr-TR" sz="1200" b="1" dirty="0" err="1"/>
              <a:t>Next</a:t>
            </a:r>
            <a:r>
              <a:rPr sz="1200" dirty="0"/>
              <a:t>: Enhanced safety with sidewalk, crosswalk, and obstacle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45288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1" name="Picture 10" descr="icon_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2720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1786523"/>
            <a:ext cx="232903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Smart Voice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275840"/>
            <a:ext cx="30689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/>
              <a:t>Transitioning to Vertex AI Agent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504440"/>
            <a:ext cx="3474720" cy="166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Currently utilizing </a:t>
            </a:r>
            <a:r>
              <a:rPr sz="1200" b="1" dirty="0" err="1"/>
              <a:t>DialogFlow</a:t>
            </a:r>
            <a:r>
              <a:rPr sz="1200" dirty="0"/>
              <a:t> for voice interactions.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Moving to </a:t>
            </a:r>
            <a:r>
              <a:rPr sz="1200" b="1" dirty="0"/>
              <a:t>Gemini 2.5 Flash &amp; Pro </a:t>
            </a:r>
            <a:r>
              <a:rPr sz="1200" dirty="0"/>
              <a:t>for next-gen conversational reasoning.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tr-TR" sz="1200" b="1" dirty="0" err="1"/>
              <a:t>Next</a:t>
            </a:r>
            <a:r>
              <a:rPr sz="1200" dirty="0"/>
              <a:t>: On-device models for offline voice experience on iOS/Android.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45288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6" name="Picture 15" descr="icon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72720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07040" y="1786523"/>
            <a:ext cx="236301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Situational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275840"/>
            <a:ext cx="21920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/>
              <a:t>Advanced Computer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504440"/>
            <a:ext cx="3474720" cy="1738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Object finding, door detection, and room layout understanding.</a:t>
            </a:r>
            <a:endParaRPr lang="tr-TR" sz="1200" dirty="0"/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lang="en-US" sz="1200" dirty="0"/>
              <a:t>• Solves the "last-mile" navigation problem.</a:t>
            </a:r>
            <a:endParaRPr sz="1200" dirty="0"/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tr-TR" sz="1200" dirty="0" err="1"/>
              <a:t>Currently</a:t>
            </a:r>
            <a:r>
              <a:rPr lang="tr-TR" sz="1200" dirty="0"/>
              <a:t> </a:t>
            </a:r>
            <a:r>
              <a:rPr lang="tr-TR" sz="1200" dirty="0" err="1"/>
              <a:t>testing</a:t>
            </a:r>
            <a:r>
              <a:rPr sz="1200" dirty="0"/>
              <a:t> </a:t>
            </a:r>
            <a:r>
              <a:rPr sz="1200" b="1" dirty="0"/>
              <a:t>Gemma</a:t>
            </a:r>
            <a:r>
              <a:rPr sz="1200" dirty="0"/>
              <a:t> and other vision models.</a:t>
            </a:r>
            <a:endParaRPr lang="tr-TR" sz="1200" dirty="0"/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lang="en-US" sz="1200" dirty="0"/>
              <a:t>• Evaluating hardware solutions and providers.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447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1" name="Picture 20" descr="icon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019040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5078363"/>
            <a:ext cx="330487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 dirty="0"/>
              <a:t>Voice </a:t>
            </a:r>
            <a:r>
              <a:rPr lang="tr-TR" sz="1600" dirty="0" err="1"/>
              <a:t>Recognition</a:t>
            </a:r>
            <a:r>
              <a:rPr lang="tr-TR" sz="1600" dirty="0"/>
              <a:t> &amp; </a:t>
            </a:r>
            <a:r>
              <a:rPr sz="1600" dirty="0"/>
              <a:t>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67680"/>
            <a:ext cx="24288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 dirty="0"/>
              <a:t>Natural Speech </a:t>
            </a:r>
            <a:r>
              <a:rPr lang="tr-TR" sz="1200" dirty="0" err="1"/>
              <a:t>Input</a:t>
            </a:r>
            <a:r>
              <a:rPr lang="tr-TR" sz="1200" dirty="0"/>
              <a:t> &amp; </a:t>
            </a:r>
            <a:r>
              <a:rPr sz="1200" dirty="0"/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96280"/>
            <a:ext cx="3474720" cy="118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High-quality text-to-speech via </a:t>
            </a:r>
            <a:r>
              <a:rPr sz="1200" b="1" dirty="0"/>
              <a:t>Google TTS</a:t>
            </a:r>
            <a:r>
              <a:rPr sz="1200" dirty="0"/>
              <a:t>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lang="en-US" sz="1200" dirty="0"/>
              <a:t>• High-quality speech-to-text via </a:t>
            </a:r>
            <a:r>
              <a:rPr lang="en-US" sz="1200" b="1" dirty="0"/>
              <a:t>Google STT</a:t>
            </a:r>
            <a:r>
              <a:rPr lang="en-US" sz="1200" dirty="0"/>
              <a:t>.</a:t>
            </a:r>
            <a:endParaRPr lang="tr-TR" sz="1200" dirty="0"/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Seamless </a:t>
            </a:r>
            <a:r>
              <a:rPr lang="tr-TR" sz="1200" dirty="0" err="1"/>
              <a:t>multilingual</a:t>
            </a:r>
            <a:r>
              <a:rPr lang="tr-TR" sz="1200" dirty="0"/>
              <a:t> </a:t>
            </a:r>
            <a:r>
              <a:rPr sz="1200" dirty="0"/>
              <a:t>online &amp; offline operation.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7447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6" name="Picture 25" descr="icon_analy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5019040"/>
            <a:ext cx="548640" cy="548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17920" y="5078363"/>
            <a:ext cx="192430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Mobility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567680"/>
            <a:ext cx="16369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/>
              <a:t>Under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796280"/>
            <a:ext cx="3474720" cy="110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Actively developing metrics for cane angle, swipes, and obstacle interactions.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Exploring Google Cloud services for advanced data processing.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47447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1" name="Picture 30" descr="icon_cloudr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5019040"/>
            <a:ext cx="548640" cy="548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07040" y="5078363"/>
            <a:ext cx="238398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Backend &amp; 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94468" y="5743037"/>
            <a:ext cx="857496" cy="39787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rPr sz="1050"/>
              <a:t>Cloud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30272" y="5746609"/>
            <a:ext cx="857496" cy="410139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rPr sz="1050" dirty="0"/>
              <a:t>Cloud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79208" y="5730776"/>
            <a:ext cx="731520" cy="410139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rPr sz="1050" dirty="0" err="1"/>
              <a:t>Firestore</a:t>
            </a:r>
            <a:endParaRPr sz="1050" dirty="0"/>
          </a:p>
        </p:txBody>
      </p:sp>
      <p:sp>
        <p:nvSpPr>
          <p:cNvPr id="36" name="Rounded Rectangle 35"/>
          <p:cNvSpPr/>
          <p:nvPr/>
        </p:nvSpPr>
        <p:spPr>
          <a:xfrm>
            <a:off x="12702168" y="5733841"/>
            <a:ext cx="1097280" cy="40400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rPr sz="1050" dirty="0"/>
              <a:t>Artifact Registry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6555161"/>
            <a:ext cx="3474720" cy="54864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0149840" y="6614037"/>
            <a:ext cx="347472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34A853"/>
                </a:solidFill>
                <a:latin typeface="Arial"/>
              </a:defRPr>
            </a:pPr>
            <a:r>
              <a:rPr sz="1100" dirty="0"/>
              <a:t>Recently migrated from AWS to Google Cloud, leveraging GCP for scale and innovation.</a:t>
            </a:r>
            <a:r>
              <a:rPr lang="en-US" sz="1100" dirty="0"/>
              <a:t> credits</a:t>
            </a:r>
            <a:endParaRPr sz="1100" dirty="0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7151B3F6-0D11-26AE-35C0-F75684C4DD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7650" y="444046"/>
            <a:ext cx="2857500" cy="4826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D866F0C8-B5C4-3EF3-9126-A99B37C688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89705" y="444046"/>
            <a:ext cx="3317631" cy="5160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214</Words>
  <Application>Microsoft Macintosh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İhsan Ozan Yıldırım</cp:lastModifiedBy>
  <cp:revision>2</cp:revision>
  <dcterms:created xsi:type="dcterms:W3CDTF">2013-01-27T09:14:16Z</dcterms:created>
  <dcterms:modified xsi:type="dcterms:W3CDTF">2025-12-06T19:57:11Z</dcterms:modified>
  <cp:category/>
</cp:coreProperties>
</file>