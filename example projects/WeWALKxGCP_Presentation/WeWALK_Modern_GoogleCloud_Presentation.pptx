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WeWALK × Google Cloud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Navigation, Voice Assistant, CV, Analytics, and Cloud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Services &amp; Integrations</a:t>
            </a:r>
          </a:p>
        </p:txBody>
      </p:sp>
      <p:pic>
        <p:nvPicPr>
          <p:cNvPr id="3" name="Picture 2" descr="wewalk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914400" cy="914400"/>
          </a:xfrm>
          <a:prstGeom prst="rect">
            <a:avLst/>
          </a:prstGeom>
        </p:spPr>
      </p:pic>
      <p:pic>
        <p:nvPicPr>
          <p:cNvPr id="4" name="Picture 3" descr="Google_Maps-Logo.win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914400" cy="609600"/>
          </a:xfrm>
          <a:prstGeom prst="rect">
            <a:avLst/>
          </a:prstGeom>
        </p:spPr>
      </p:pic>
      <p:pic>
        <p:nvPicPr>
          <p:cNvPr id="5" name="Picture 4" descr="cloud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914400"/>
            <a:ext cx="914400" cy="914400"/>
          </a:xfrm>
          <a:prstGeom prst="rect">
            <a:avLst/>
          </a:prstGeom>
        </p:spPr>
      </p:pic>
      <p:pic>
        <p:nvPicPr>
          <p:cNvPr id="6" name="Picture 5" descr="vert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59" y="914400"/>
            <a:ext cx="914400" cy="914400"/>
          </a:xfrm>
          <a:prstGeom prst="rect">
            <a:avLst/>
          </a:prstGeom>
        </p:spPr>
      </p:pic>
      <p:pic>
        <p:nvPicPr>
          <p:cNvPr id="7" name="Picture 6" descr="cloudsq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914400"/>
            <a:ext cx="914400" cy="914400"/>
          </a:xfrm>
          <a:prstGeom prst="rect">
            <a:avLst/>
          </a:prstGeom>
        </p:spPr>
      </p:pic>
      <p:pic>
        <p:nvPicPr>
          <p:cNvPr id="8" name="Picture 7" descr="ag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914400"/>
            <a:ext cx="914400" cy="914400"/>
          </a:xfrm>
          <a:prstGeom prst="rect">
            <a:avLst/>
          </a:prstGeom>
        </p:spPr>
      </p:pic>
      <p:pic>
        <p:nvPicPr>
          <p:cNvPr id="9" name="Picture 8" descr="map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7999" y="914400"/>
            <a:ext cx="914400" cy="914400"/>
          </a:xfrm>
          <a:prstGeom prst="rect">
            <a:avLst/>
          </a:prstGeom>
        </p:spPr>
      </p:pic>
      <p:pic>
        <p:nvPicPr>
          <p:cNvPr id="10" name="Picture 9" descr="serverles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Multimodal Navigation for Visually Impaired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Step-by-step multimodal navigation</a:t>
            </a:r>
          </a:p>
          <a:p>
            <a:r>
              <a:t>- Works with phone in pocket/bag</a:t>
            </a:r>
          </a:p>
          <a:p>
            <a:r>
              <a:t>- Smart cane interaction first</a:t>
            </a:r>
          </a:p>
          <a:p>
            <a:r>
              <a:t>- Goal: improve sidewalk &amp; crosswalk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Cane Voice Assistant (Current &amp; Beta)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Runs on Vertex AI Agent Engine</a:t>
            </a:r>
          </a:p>
          <a:p>
            <a:r>
              <a:t>- Uses Gemini 2.5 Flash/Pro</a:t>
            </a:r>
          </a:p>
          <a:p>
            <a:r>
              <a:t>- Developed via Google ADK</a:t>
            </a:r>
          </a:p>
          <a:p>
            <a:r>
              <a:t>- Future: offline on-device voice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Situational Awareness &amp; 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Object detection &amp; finding</a:t>
            </a:r>
          </a:p>
          <a:p>
            <a:r>
              <a:t>- Door/entrance detection for last-mile problems</a:t>
            </a:r>
          </a:p>
          <a:p>
            <a:r>
              <a:t>- Room layout &amp; object understanding</a:t>
            </a:r>
          </a:p>
          <a:p>
            <a:r>
              <a:t>- Clothing recognition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Mobility Analytics &amp; Training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Cane angle &amp; movement tracking</a:t>
            </a:r>
          </a:p>
          <a:p>
            <a:r>
              <a:t>- Swipe detection</a:t>
            </a:r>
          </a:p>
          <a:p>
            <a:r>
              <a:t>- Obstacle interaction logs</a:t>
            </a:r>
          </a:p>
          <a:p>
            <a:r>
              <a:t>- AIM training platform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&amp; Operations on Google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Cloud Run, Cloud SQL, Firestore</a:t>
            </a:r>
          </a:p>
          <a:p>
            <a:r>
              <a:t>- Cloud Logging, Monitoring, Artifact Registry</a:t>
            </a:r>
          </a:p>
          <a:p>
            <a:r>
              <a:t>- Recent migration from AWS to Google Cloud (credit-supported)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